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A3DD80-9929-EECA-34A2-9C2E36B1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8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0BEBE-2F58-7EB5-B7F9-E95B4EA8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" y="0"/>
            <a:ext cx="91369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2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583D1-A464-9EAA-A5B6-AD2D2625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2D31C-CCDF-6A60-2F44-F0CCF0727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" y="0"/>
            <a:ext cx="91432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0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29CD5-2A14-8085-1EE9-2656E490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0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52B025-CF2C-53AD-5022-C72896B9A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93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E5295-18A0-2315-B379-2456589C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0"/>
            <a:ext cx="9144000" cy="513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0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964AC7-5DB0-CA57-0DA2-3A4D88F3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4"/>
            <a:ext cx="9144000" cy="511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3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FA257-BB69-8B18-2FE8-47611C2E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1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D2E35-77C2-B0DF-4F6A-25F522D3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0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2930C2-7F30-1C4E-2370-E9AF235E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"/>
            <a:ext cx="9144000" cy="515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12913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Inter</vt:lpstr>
      <vt:lpstr>Arial</vt:lpstr>
      <vt:lpstr>Slidesgo Final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navinb4u1979@outlook.com</cp:lastModifiedBy>
  <cp:revision>3</cp:revision>
  <dcterms:modified xsi:type="dcterms:W3CDTF">2025-11-20T14:20:50Z</dcterms:modified>
</cp:coreProperties>
</file>